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机器人移动底盘的全向运动控制方法研究与实现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06060"/>
                </a:solidFill>
                <a:latin typeface="Microsoft YaHei"/>
              </a:rPr>
              <a:t>毕业设计答辩PPT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Microsoft YaHei"/>
              </a:rPr>
              <a:t>学生：黄增祥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Microsoft YaHei"/>
              </a:rPr>
              <a:t>学号：2223515366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Microsoft YaHei"/>
              </a:rPr>
              <a:t>专业班级：自动化2202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Microsoft YaHei"/>
              </a:rPr>
              <a:t>指导教师：张光华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4480560" cy="155448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课题定位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以企业实际三舵轮底盘为对象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主线是 STM32 底盘控制代码设计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ROS 2 / Gazebo 作为辅助验证平台</a:t>
            </a:r>
          </a:p>
        </p:txBody>
      </p:sp>
      <p:pic>
        <p:nvPicPr>
          <p:cNvPr id="7" name="Picture 6" descr="隙锋渲染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822960"/>
            <a:ext cx="25603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课题来源与任务要求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选题来源：就业所在单位项目。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题目名称：机器人移动底盘的全向运动控制方法研究与实现。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课题背景聚焦三舵轮全向舵轮底盘的运动学模型解算、多轮协同控制与实时遥操作。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培养目标是综合训练机器人运动学、实时控制系统设计和人机交互实现能力。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737360"/>
            <a:ext cx="5029200" cy="283464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任务书主要任务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1. 建立三舵轮底盘逆运动学模型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2. 设计实时模型解算与协同控制方法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3. 集成 USB 无线手柄实现实时遥操作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4. 完成 MCU 架构、仿真与实物验证、论文撰写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课题背景与研究意义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三舵轮底盘具有全向运动能力，适用于狭小空间和灵活机动场景。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企业已提供实物平台与执行器控制接口，需要完成底盘层控制逻辑实现。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在实物联调成本较高的情况下，先通过 ROS 2 + Gazebo 进行控制思路验证更稳妥。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本课题重点不在电机通信协议，而在速度指令到舵角/轮速控制量的生成与实现。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737360"/>
            <a:ext cx="493776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课题要求对齐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实时运动学解算模块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USB 手柄驱动与控制映射模块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多舵轮协同控制器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仿真与实物平台效果演示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系统总体方案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011680" cy="128016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输入层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手柄按键输入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上层速度指令 cmd_vel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554480"/>
            <a:ext cx="2286000" cy="164592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控制层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X / Y / ω 目标速度生成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速度平滑处理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逆运动学解算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554480"/>
            <a:ext cx="2286000" cy="164592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执行层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三舵轮舵角命令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三行走轮轮速命令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执行器接口下发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554480"/>
            <a:ext cx="2377440" cy="164592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反馈层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电机角度/速度反馈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里程计速度更新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状态与故障检测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实物控制主线：STM32 程序负责把车体速度目标转换为 3 个舵轮角度和 3 个轮速命令。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仿真验证主线：ROS 2 节点接收 cmd_vel，输出转向组和轮速组控制命令，验证运动关系是否合理。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企业平台与三舵轮结构</a:t>
            </a:r>
          </a:p>
        </p:txBody>
      </p:sp>
      <p:pic>
        <p:nvPicPr>
          <p:cNvPr id="3" name="Picture 2" descr="隙锋渲染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560320" cy="4937760"/>
          </a:xfrm>
          <a:prstGeom prst="rect">
            <a:avLst/>
          </a:prstGeom>
        </p:spPr>
      </p:pic>
      <p:pic>
        <p:nvPicPr>
          <p:cNvPr id="4" name="Picture 3" descr="three_steer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554480"/>
            <a:ext cx="374903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73736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选题审核表中明确硬件条件已具备：企业现有完整实验平台及 USB 无线手柄。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本课题在企业平台基础上，重点完成底盘层控制算法与程序实现。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三舵轮控制对象可抽象为 3 个转向关节 + 3 个行走轮。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三舵轮底盘结构与运动学</a:t>
            </a:r>
          </a:p>
        </p:txBody>
      </p:sp>
      <p:pic>
        <p:nvPicPr>
          <p:cNvPr id="3" name="Picture 2" descr="three_stee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57200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三舵轮几何位置来自仿真模型与控制代码：前轮 (0.32, 0.00)，左右后轮 (-0.16, ±0.277)。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车体速度由 Vx、Vy、ω 描述，每个轮心速度由平动速度与角速度叠加得到。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在控制实现中，需要进一步求取各舵轮目标角度与对应轮速。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工程实现中还要考虑舵轮机械角度范围、补角解与轮速反向问题。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STM32 控制程序设计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关键代码模块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KinematicSteer3.c：三舵轮逆运动学与里程计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JoyControl.c：手柄速度映射与平滑处理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ActuatorKincoSteer3.c：执行器控制与状态机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SafeMgmtTask.c：任务调度与安全相关处理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已实现功能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舵角就近选取与补角反向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舵角超限时角速度约束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转向未到位时暂停行走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实时角度/速度反馈与状态输出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实物控制不是直接设定底盘动作，而是先解算 3 个舵轮角度和 3 个轮速，再通过执行器接口下发。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遥控操作与速度平滑控制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手柄输入可映射为底盘 X、Y、ω 三方向目标速度。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程序中为 X / Y / ω 三轴分别建立了三角形加减速轨迹，减少速度突变带来的冲击。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当目标速度反向切换时，先过零再追踪新目标，增强控制平顺性。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速度平滑后的 now_x / now_y / now_w 最终进入底盘 WalkCtrl 接口，实现遥控到底盘运动的完整链路。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4389120"/>
            <a:ext cx="4114800" cy="137160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控制意义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减小手柄输入抖动影响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降低实物启动/变向冲击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为三舵轮协调动作提供更平滑输入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ROS 2 / Gazebo 仿真平台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65176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仿真组成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URDF/Xacro 建模：three_steer.urdf.xacro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Gazebo 启动：three_steer_gazebo.launch.py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控制器配置：controllers.yaml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速度转换节点：cmd_vel_to_three_steer.py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029200" cy="265176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仿真作用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验证底盘几何参数是否合理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验证 cmd_vel 到舵角/轮速的转换关系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记录典型工况 bag 数据并绘图分析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为实物测试提供先验参考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仿真在本课题中定位为“辅助验证手段”，主线仍然是底盘控制代码设计与实物联调。</a:t>
            </a:r>
          </a:p>
        </p:txBody>
      </p:sp>
      <p:pic>
        <p:nvPicPr>
          <p:cNvPr id="6" name="Picture 5" descr="gazebo仿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206240"/>
            <a:ext cx="46634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仿真结果：纯前进与纯横移</a:t>
            </a:r>
          </a:p>
        </p:txBody>
      </p:sp>
      <p:pic>
        <p:nvPicPr>
          <p:cNvPr id="3" name="Picture 2" descr="cmd_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566160" cy="2011680"/>
          </a:xfrm>
          <a:prstGeom prst="rect">
            <a:avLst/>
          </a:prstGeom>
        </p:spPr>
      </p:pic>
      <p:pic>
        <p:nvPicPr>
          <p:cNvPr id="4" name="Picture 3" descr="steer_an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566160" cy="2011680"/>
          </a:xfrm>
          <a:prstGeom prst="rect">
            <a:avLst/>
          </a:prstGeom>
        </p:spPr>
      </p:pic>
      <p:pic>
        <p:nvPicPr>
          <p:cNvPr id="5" name="Picture 4" descr="wheel_sp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566160" cy="2011680"/>
          </a:xfrm>
          <a:prstGeom prst="rect">
            <a:avLst/>
          </a:prstGeom>
        </p:spPr>
      </p:pic>
      <p:pic>
        <p:nvPicPr>
          <p:cNvPr id="6" name="Picture 5" descr="cmd_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39"/>
            <a:ext cx="3566160" cy="2011680"/>
          </a:xfrm>
          <a:prstGeom prst="rect">
            <a:avLst/>
          </a:prstGeom>
        </p:spPr>
      </p:pic>
      <p:pic>
        <p:nvPicPr>
          <p:cNvPr id="7" name="Picture 6" descr="steer_ang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749039"/>
            <a:ext cx="3566160" cy="2011680"/>
          </a:xfrm>
          <a:prstGeom prst="rect">
            <a:avLst/>
          </a:prstGeom>
        </p:spPr>
      </p:pic>
      <p:pic>
        <p:nvPicPr>
          <p:cNvPr id="8" name="Picture 7" descr="wheel_spee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749039"/>
            <a:ext cx="35661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仿真结果：纯自转</a:t>
            </a:r>
          </a:p>
        </p:txBody>
      </p:sp>
      <p:pic>
        <p:nvPicPr>
          <p:cNvPr id="3" name="Picture 2" descr="cmd_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657600" cy="2377440"/>
          </a:xfrm>
          <a:prstGeom prst="rect">
            <a:avLst/>
          </a:prstGeom>
        </p:spPr>
      </p:pic>
      <p:pic>
        <p:nvPicPr>
          <p:cNvPr id="4" name="Picture 3" descr="steer_an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657600" cy="2377440"/>
          </a:xfrm>
          <a:prstGeom prst="rect">
            <a:avLst/>
          </a:prstGeom>
        </p:spPr>
      </p:pic>
      <p:pic>
        <p:nvPicPr>
          <p:cNvPr id="5" name="Picture 4" descr="wheel_sp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463040"/>
            <a:ext cx="36576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已完成前进、横移、自转三类典型工况下的 bag 记录与命令曲线绘制。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结果能够直观反映输入速度与三舵轮控制命令之间的对应关系。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阶段性成果、存在问题与下一步计划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566160" cy="329184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阶段性成果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完成三舵轮底盘结构分析与运动学梳理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完成 STM32 侧底盘控制主链路阅读与实现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完成手柄遥控与速度平滑控制接入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完成 ROS 2 / Gazebo 仿真平台搭建与曲线绘制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383280" cy="329184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当前问题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舵角连续性与机械限位问题仍需进一步优化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实物响应受摩擦、间隙和执行器延迟影响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仿真与实物的一致性仍需更多测试支撑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F2F7FC"/>
          </a:solidFill>
          <a:ln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下一步计划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继续开展典型工况实物测试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优化控制平滑性和舵轮协调性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补充实验结果分析与论文撰写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整理答辩材料与展示内容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